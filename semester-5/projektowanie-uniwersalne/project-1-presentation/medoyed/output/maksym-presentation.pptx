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Максим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[Прізвище]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Студент | Програміст | [Твоє хоббі]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0" y="41148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dirty="0">
                <a:solidFill>
                  <a:srgbClr val="000000"/>
                </a:solidFill>
              </a:rPr>
              <a:t>📸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3200400" y="50292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Фото профілю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 мене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Ім'я: Максим [Прізвище]</a:t>
            </a:r>
            <a:endParaRPr lang="en-US" sz="20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Вік: [Твій вік]</a:t>
            </a:r>
            <a:endParaRPr lang="en-US" sz="20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Місто: [Твоє місто]</a:t>
            </a:r>
            <a:endParaRPr lang="en-US" sz="20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Напрямок: Інформаційні технології</a:t>
            </a:r>
            <a:endParaRPr lang="en-US" sz="20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Захоплення: програмування, [інші хоббі]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772400" y="13716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👤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43891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Студент з великою пристрастю до технологій та розробки програмного забезпечення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Моя освіта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solidFill>
            <a:srgbClr val="F0F0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 Університет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97280" y="201168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[Назва твого університету]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237744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Факультет: [Твій факультет]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3017520"/>
            <a:ext cx="7315200" cy="1097280"/>
          </a:xfrm>
          <a:prstGeom prst="rect">
            <a:avLst/>
          </a:prstGeom>
          <a:solidFill>
            <a:srgbClr val="F8F8F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320040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Спеціальність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97280" y="365760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Інформаційні технології / Комп'ютерні науки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438912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Курс: [X] курс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Рік вступу: [202X]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Очікуваний рік випуску: [202X]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Мої хоббі та інтереси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3657600" cy="1371600"/>
          </a:xfrm>
          <a:prstGeom prst="rect">
            <a:avLst/>
          </a:prstGeom>
          <a:solidFill>
            <a:srgbClr val="E8F5E9"/>
          </a:solidFill>
          <a:ln w="25400">
            <a:solidFill>
              <a:srgbClr val="4CAF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554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🎮 [Хоббі 1]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201168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[Опис хоббі - наприклад: геймінг, стратегічні ігри, кіберспорт]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371600"/>
            <a:ext cx="3657600" cy="1371600"/>
          </a:xfrm>
          <a:prstGeom prst="rect">
            <a:avLst/>
          </a:prstGeom>
          <a:solidFill>
            <a:srgbClr val="E3F2FD"/>
          </a:solidFill>
          <a:ln w="25400">
            <a:solidFill>
              <a:srgbClr val="2196F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0" y="1554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⚽ [Хоббі 2]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937760" y="201168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[Опис хоббі - наприклад: спорт, футбол, фітнес]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017520"/>
            <a:ext cx="3657600" cy="1371600"/>
          </a:xfrm>
          <a:prstGeom prst="rect">
            <a:avLst/>
          </a:prstGeom>
          <a:solidFill>
            <a:srgbClr val="FFF3E0"/>
          </a:solidFill>
          <a:ln w="25400">
            <a:solidFill>
              <a:srgbClr val="FF9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[Хоббі 3]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[Опис хоббі - наприклад: читання, навчання нового, технічна література]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54880" y="3017520"/>
            <a:ext cx="3657600" cy="1371600"/>
          </a:xfrm>
          <a:prstGeom prst="rect">
            <a:avLst/>
          </a:prstGeom>
          <a:solidFill>
            <a:srgbClr val="F3E5F5"/>
          </a:solidFill>
          <a:ln w="25400">
            <a:solidFill>
              <a:srgbClr val="9C27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🎵 [Хоббі 4]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937760" y="365760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[Опис хоббі - наприклад: музика, подорожі, фотографія]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47548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Мої хоббі допомагають мені розвиватися всебічно та знаходити баланс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Навички програмування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💻 Мови програмування: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97280" y="1645920"/>
            <a:ext cx="6949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JavaScript / TypeScript - просунутий рівень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Python - середній рівень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Java - базовий рівень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C++ - базовий рівень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[Інші мови, якими володієш]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🔧 Frameworks та інструменти: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365760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React / Next.js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Node.js / Express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Git / GitHub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Docker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[Інші frameworks, якими користуєшся]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5029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⏱️ Досвід програмування: [X] роки(ів)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Мої проекти та досягнення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7680960" cy="91440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463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[Назва проекту 1]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828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[Короткий опис проекту - технології, результат]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2377440"/>
            <a:ext cx="7680960" cy="914400"/>
          </a:xfrm>
          <a:prstGeom prst="rect">
            <a:avLst/>
          </a:prstGeom>
          <a:solidFill>
            <a:srgbClr val="E3F2FD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5603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[Назва проекту 2]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926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[Короткий опис проекту - технології, результат]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Досягнення: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14400" y="402336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[Досягнення 1 - наприклад: участь у хакатоні, перемога в змаганні]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[Досягнення 2 - наприклад: сертифікат, курс]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[Досягнення 3 - наприклад: внесок в open-source проект]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[Досягнення 4]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Технології та інструменти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931920" cy="1645920"/>
          </a:xfrm>
          <a:prstGeom prst="rect">
            <a:avLst/>
          </a:prstGeom>
          <a:solidFill>
            <a:srgbClr val="E3F2FD"/>
          </a:solidFill>
          <a:ln w="254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4630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🎨 Frontend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HTML / CSS / SCSS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JavaScript / TypeScript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React / Vue / Angular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Tailwind CSS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280160"/>
            <a:ext cx="3931920" cy="1645920"/>
          </a:xfrm>
          <a:prstGeom prst="rect">
            <a:avLst/>
          </a:prstGeom>
          <a:solidFill>
            <a:srgbClr val="E8F5E9"/>
          </a:solidFill>
          <a:ln w="25400">
            <a:solidFill>
              <a:srgbClr val="4CAF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0" y="14630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Backend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937760" y="192024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Node.js / Express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Python / Django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REST API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PostgreSQL / MongoDB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3931920" cy="1645920"/>
          </a:xfrm>
          <a:prstGeom prst="rect">
            <a:avLst/>
          </a:prstGeom>
          <a:solidFill>
            <a:srgbClr val="FFF3E0"/>
          </a:solidFill>
          <a:ln w="25400">
            <a:solidFill>
              <a:srgbClr val="FF9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3832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🔧 DevOps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384048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Git / GitHub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Docker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CI/CD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Linux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54880" y="3200400"/>
            <a:ext cx="3931920" cy="1645920"/>
          </a:xfrm>
          <a:prstGeom prst="rect">
            <a:avLst/>
          </a:prstGeom>
          <a:solidFill>
            <a:srgbClr val="F3E5F5"/>
          </a:solidFill>
          <a:ln w="25400">
            <a:solidFill>
              <a:srgbClr val="9C27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33832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🛠️ Інструменти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937760" y="384048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VS Code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Figma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Postman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Jira / Trello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Контакти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828800" y="1828800"/>
            <a:ext cx="5486400" cy="228600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0" y="21031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📧 Email: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0" y="21031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[твій.email@example.com]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51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💻 GitHub: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114800" y="2651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github.com/[твій-username]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286000" y="32004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🔗 LinkedIn: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114800" y="32004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linkedin.com/in/[твій-профіль]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86000" y="37490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 Телефон: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114800" y="37490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[+XX XXX XXX XXX]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828800" y="45720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Дякую за увагу!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828800" y="5120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Відкритий до співпраці та нових можливостей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[Твій університет]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Моя презентація</dc:title>
  <dc:subject>Презентація про себе</dc:subject>
  <dc:creator>Maksym</dc:creator>
  <cp:lastModifiedBy>Maksym</cp:lastModifiedBy>
  <cp:revision>1</cp:revision>
  <dcterms:created xsi:type="dcterms:W3CDTF">2025-11-04T08:54:10Z</dcterms:created>
  <dcterms:modified xsi:type="dcterms:W3CDTF">2025-11-04T08:54:10Z</dcterms:modified>
</cp:coreProperties>
</file>