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0" y="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/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0" y="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/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7432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Maksym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914400" y="100584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3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Mokriakov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 | Programista | Łucznik</a:t>
            </a:r>
            <a:endParaRPr lang="en-US" sz="2000" dirty="0"/>
          </a:p>
        </p:txBody>
      </p:sp>
      <p:pic>
        <p:nvPicPr>
          <p:cNvPr id="5" name="Image 0" descr="Zdjęcie Maksyma podczas strzelania z łuku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429000" y="2286000"/>
            <a:ext cx="2286000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mnie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14400" y="1371600"/>
            <a:ext cx="7315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3200"/>
              </a:lnSpc>
              <a:buNone/>
            </a:pPr>
            <a:r>
              <a:rPr lang="en-US" sz="2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Imię: Maksym Mokriakov</a:t>
            </a:r>
            <a:endParaRPr lang="en-US" sz="20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2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Wiek: 20 lat</a:t>
            </a:r>
            <a:endParaRPr lang="en-US" sz="20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2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Miasto: Łódź</a:t>
            </a:r>
            <a:endParaRPr lang="en-US" sz="20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2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Kierunek: Informatyka</a:t>
            </a:r>
            <a:endParaRPr lang="en-US" sz="20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2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Zainteresowania: programowanie, łucznictwo</a:t>
            </a:r>
            <a:endParaRPr lang="en-US" sz="2000" dirty="0"/>
          </a:p>
        </p:txBody>
      </p:sp>
      <p:pic>
        <p:nvPicPr>
          <p:cNvPr id="4" name="Image 0" descr="Ilustracja przedstawiająca nowoczesne technologie frontend - kolorowe ikony frameworków i narzędzi webowy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20640" y="914400"/>
            <a:ext cx="3017520" cy="1828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14400" y="4023360"/>
            <a:ext cx="5943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Interesuję się technologiami i tworzeniem aplikacji webowych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0" y="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/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Moja edukacja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7315200" cy="1371600"/>
          </a:xfrm>
          <a:prstGeom prst="rect">
            <a:avLst/>
          </a:prstGeom>
          <a:solidFill>
            <a:srgbClr val="F0F0F0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1554480"/>
            <a:ext cx="6949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🎓 Kolegium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097280" y="2011680"/>
            <a:ext cx="6949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Kolegium Technologiczne Politechniki Lwowskiej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97280" y="2377440"/>
            <a:ext cx="6949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Inżynieria komputerowa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914400" y="3017520"/>
            <a:ext cx="7315200" cy="1097280"/>
          </a:xfrm>
          <a:prstGeom prst="rect">
            <a:avLst/>
          </a:prstGeom>
          <a:solidFill>
            <a:srgbClr val="F8F8F8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3200400"/>
            <a:ext cx="6949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📚 Uniwersytet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097280" y="3657600"/>
            <a:ext cx="6949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Społeczna Akademia Nauk / Informatyka 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48640" y="41148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Rok studiów: 3   • Rok rozpoczęcia: 2023   • Przewidywany rok ukończenia: 2027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0" y="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/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Moje hobby i zainteresowania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31520" y="1371600"/>
            <a:ext cx="3657600" cy="1371600"/>
          </a:xfrm>
          <a:prstGeom prst="rect">
            <a:avLst/>
          </a:prstGeom>
          <a:solidFill>
            <a:srgbClr val="E8F5E9"/>
          </a:solidFill>
          <a:ln w="25400">
            <a:solidFill>
              <a:srgbClr val="4CAF5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55448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Łucznictwo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914400" y="201168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Strzelam z łuku na 30 i 60 metrów</a:t>
            </a:r>
            <a:endParaRPr lang="en-US" sz="1400" dirty="0"/>
          </a:p>
        </p:txBody>
      </p:sp>
      <p:pic>
        <p:nvPicPr>
          <p:cNvPr id="6" name="Image 0" descr="Zdjęcie tarcze strzelniczej z łucznictwa - widoczne kolorowe kręgi docelowe i strzał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0" y="1371600"/>
            <a:ext cx="1645920" cy="13716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31520" y="3017520"/>
            <a:ext cx="3657600" cy="1371600"/>
          </a:xfrm>
          <a:prstGeom prst="rect">
            <a:avLst/>
          </a:prstGeom>
          <a:solidFill>
            <a:srgbClr val="FFF3E0"/>
          </a:solidFill>
          <a:ln w="25400">
            <a:solidFill>
              <a:srgbClr val="FF980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32004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💪 Siłownia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914400" y="365760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Lubię podnosić ciężary</a:t>
            </a:r>
            <a:endParaRPr lang="en-US" sz="1400" dirty="0"/>
          </a:p>
        </p:txBody>
      </p:sp>
      <p:pic>
        <p:nvPicPr>
          <p:cNvPr id="10" name="Image 1" descr="Widok sali siłowni z hantlami i sprzętem do ćwiczeń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017520"/>
            <a:ext cx="1645920" cy="13716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914400" y="448056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Moje hobby pomaga mi rozwijać się wszechstronnie i znajdować równowagę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0" y="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/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Umiejętności programowania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31520" y="118872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💻 Języki programowania: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97280" y="1280160"/>
            <a:ext cx="69494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JavaScript / TypeScript - poziom zaawansowany</a:t>
            </a:r>
            <a:endParaRPr lang="en-US" sz="16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Java - poziom podstawowy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237744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🔧 Frameworki i narzędzia: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97280" y="2834640"/>
            <a:ext cx="69494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React / Next.js</a:t>
            </a:r>
            <a:endParaRPr lang="en-US" sz="16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Node.js / Express</a:t>
            </a:r>
            <a:endParaRPr lang="en-US" sz="16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Git / GitHub</a:t>
            </a:r>
            <a:endParaRPr lang="en-US" sz="16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Docker</a:t>
            </a:r>
            <a:endParaRPr lang="en-US" sz="16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tailwind, redux, zustand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14400" y="42976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⏱️ Doświadczenie w programowaniu: 2+ lata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0" y="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/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Moje projekty i osiągnięcia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31520" y="1097280"/>
            <a:ext cx="7680960" cy="914400"/>
          </a:xfrm>
          <a:prstGeom prst="rect">
            <a:avLst/>
          </a:prstGeom>
          <a:solidFill>
            <a:srgbClr val="E8F5E9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2801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🚀 UniPrint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1645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Opracowałem stronę internetową z konstruktorami produktów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31520" y="2194560"/>
            <a:ext cx="7680960" cy="914400"/>
          </a:xfrm>
          <a:prstGeom prst="rect">
            <a:avLst/>
          </a:prstGeom>
          <a:solidFill>
            <a:srgbClr val="E3F2FD"/>
          </a:solidFill>
          <a:ln w="12700">
            <a:solidFill>
              <a:srgbClr val="2196F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3774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💡 Prospi.ai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2743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Opracowywałem wykresy przedstawiające statystyki kampanii emailowych dla użytkowników na stronie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338328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🏆 Osiągnięcia: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914400" y="384048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Osiągnięcie 1 - opracowałem, uruchomiłem, utrzymuję i dalej rozwijam UniPrint</a:t>
            </a:r>
            <a:endParaRPr lang="en-US" sz="14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Osiągnięcie 2 - Dzięki wykresom, które stworzyłem na Prospi.ai, zachowano 8% subskrypcji (63% -&gt; 71% trzy miesiące po wykupieniu subskrypcji)</a:t>
            </a:r>
            <a:endParaRPr lang="en-US" sz="14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Osiągnięcie 3 - wkład w projekt open-source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0" y="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/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Technologie i narzędzia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3931920" cy="1645920"/>
          </a:xfrm>
          <a:prstGeom prst="rect">
            <a:avLst/>
          </a:prstGeom>
          <a:solidFill>
            <a:srgbClr val="E3F2FD"/>
          </a:solidFill>
          <a:ln w="25400">
            <a:solidFill>
              <a:srgbClr val="2196F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46304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🎨 Frontend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3566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HTML / CSS / SCSS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JavaScript / TypeScript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React / redux / zustand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Tailwind CSS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754880" y="1280160"/>
            <a:ext cx="3931920" cy="1645920"/>
          </a:xfrm>
          <a:prstGeom prst="rect">
            <a:avLst/>
          </a:prstGeom>
          <a:solidFill>
            <a:srgbClr val="E8F5E9"/>
          </a:solidFill>
          <a:ln w="25400">
            <a:solidFill>
              <a:srgbClr val="4CAF5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937760" y="146304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⚙️ Backend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4937760" y="1920240"/>
            <a:ext cx="3566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Node.js / Express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REST API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PostgreSQL / MongoDB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3200400"/>
            <a:ext cx="3931920" cy="1645920"/>
          </a:xfrm>
          <a:prstGeom prst="rect">
            <a:avLst/>
          </a:prstGeom>
          <a:solidFill>
            <a:srgbClr val="FFF3E0"/>
          </a:solidFill>
          <a:ln w="25400">
            <a:solidFill>
              <a:srgbClr val="FF98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338328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🔧 DevOps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3840480"/>
            <a:ext cx="3566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Git / GitHub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Docker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CI/CD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Linux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754880" y="3200400"/>
            <a:ext cx="3931920" cy="1645920"/>
          </a:xfrm>
          <a:prstGeom prst="rect">
            <a:avLst/>
          </a:prstGeom>
          <a:solidFill>
            <a:srgbClr val="F3E5F5"/>
          </a:solidFill>
          <a:ln w="25400">
            <a:solidFill>
              <a:srgbClr val="9C27B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37760" y="338328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🛠️ Narzędzia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937760" y="3840480"/>
            <a:ext cx="3566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VS Code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Figma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Postman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Jira / Trello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0" y="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/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7315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Kontakt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1828800" y="1828800"/>
            <a:ext cx="5486400" cy="2286000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0" y="210312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📧 Email: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114800" y="21031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mmax@gmail.com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2286000" y="26517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💻 GitHub: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114800" y="26517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github.com/MEDOYED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2286000" y="320040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🔗 LinkedIn: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114800" y="32004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linkedin.com/in/maksym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286000" y="374904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📱 Telefon: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114800" y="37490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+48 484 448 844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828800" y="438912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Dziękuję za uwagę!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0" y="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/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[Твій університет]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Моя презентація</dc:title>
  <dc:subject>Презентація про себе</dc:subject>
  <dc:creator>Maksym</dc:creator>
  <cp:lastModifiedBy>Maksym</cp:lastModifiedBy>
  <cp:revision>1</cp:revision>
  <dcterms:created xsi:type="dcterms:W3CDTF">2025-11-05T10:03:40Z</dcterms:created>
  <dcterms:modified xsi:type="dcterms:W3CDTF">2025-11-05T10:03:40Z</dcterms:modified>
</cp:coreProperties>
</file>