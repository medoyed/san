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Мокряков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| Програміст | Стрілок з луку</a:t>
            </a:r>
            <a:endParaRPr lang="en-US" sz="2000" dirty="0"/>
          </a:p>
        </p:txBody>
      </p:sp>
      <p:pic>
        <p:nvPicPr>
          <p:cNvPr id="5" name="Image 0" descr="/home/maksym/SAN/san-git-hub/semester-5/projektowanie-uniwersalne/project-1-presentation/medoyed/src/shared/assets/img/hobby-im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411480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4114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Фото Максима під час стрільби з луку</a:t>
            </a:r>
            <a:endParaRPr lang="en-US"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мене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Ім'я: Максим [Прізвище]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Вік: [Твій вік]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Місто: [Твоє місто]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Напрямок: Інформаційні технології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Захоплення: програмування, [інші хоббі]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з великою пристрастю до технологій та розробки програмного забезпечення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освіта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Університет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[Назва твого університету]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Факультет: [Твій факультет]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00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Спеціальність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Інформаційні технології / Комп'ютерні науки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Курс: [X] курс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Рік вступу: [202X]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Очікуваний рік випуску: [202X]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хоббі та інтереси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[Хоббі 1]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[Опис хоббі - наприклад: геймінг, стратегічні ігри, кіберспорт]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[Хоббі 2]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[Опис хоббі - наприклад: спорт, футбол, фітнес]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[Хоббі 3]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[Опис хоббі - наприклад: читання, навчання нового, технічна література]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657600" cy="137160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[Хоббі 4]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3657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[Опис хоббі - наприклад: музика, подорожі, фотографія]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хоббі допомагають мені розвиватися всебічно та знаходити баланс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Навички програмування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Мови програмування: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/ TypeScript - просунутий рівень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- середній рівень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 - базовий рівень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C++ - базовий рівень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[Інші мови, якими володієш]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Frameworks та інструменти: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/ Next.js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/ Express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/ GitHub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[Інші frameworks, якими користуєшся]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Досвід програмування: [X] роки(ів)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проекти та досягнення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[Назва проекту 1]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[Короткий опис проекту - технології, результат]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[Назва проекту 2]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[Короткий опис проекту - технології, результат]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Досягнення: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[Досягнення 1 - наприклад: участь у хакатоні, перемога в змаганні]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[Досягнення 2 - наприклад: сертифікат, курс]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[Досягнення 3 - наприклад: внесок в open-source проект]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[Досягнення 4]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Технології та інструменти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 / CSS / SCSS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/ TypeScript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/ Vue / Angular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/ Express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/ Django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/ MongoDB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DevOps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/ GitHub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CI/CD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Інструменти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 Code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Figma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Postman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Jira / Trello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[твій.email@example.com]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GitHub: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github.com/[твій-username]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LinkedIn: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linkedin.com/in/[твій-профіль]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Телефон: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[+XX XXX XXX XXX]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4572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Дякую за увагу!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Відкритий до співпраці та нових можливостей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[Твій університет]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Моя презентація</dc:title>
  <dc:subject>Презентація про себе</dc:subject>
  <dc:creator>Maksym</dc:creator>
  <cp:lastModifiedBy>Maksym</cp:lastModifiedBy>
  <cp:revision>1</cp:revision>
  <dcterms:created xsi:type="dcterms:W3CDTF">2025-11-04T10:41:28Z</dcterms:created>
  <dcterms:modified xsi:type="dcterms:W3CDTF">2025-11-04T10:41:28Z</dcterms:modified>
</cp:coreProperties>
</file>