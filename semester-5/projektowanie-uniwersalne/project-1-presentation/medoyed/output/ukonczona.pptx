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D1F48B-FE50-41E3-932E-2BB5970228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5B01B-286B-4D32-AE11-BE2A830F5A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639AC-37B1-4FC2-A161-AA4E9C14A3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6DCE6-A8B5-4E4C-8D05-6CCF8BD784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6972C3-C098-451B-A673-E3649F95C2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859473-CC75-4B2F-9B8E-7E46C77917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3966C6-EC96-47B8-A58C-7C0EF3553B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C0CDC7-1E17-4B90-A872-731296FAB2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68674-A4FF-4BB9-9943-3CC5E1977A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F61C2CD-B247-46D3-A8DE-608E9AA1913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02A006F-3A50-4307-8DF1-12801646698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914400" y="27432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Maksym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914400" y="10058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Mokriakov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4400" y="16459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Student | Programista | Łucznik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Zdjęcie Maksyma podczas strzelania z łuku"/>
          <p:cNvPicPr/>
          <p:nvPr/>
        </p:nvPicPr>
        <p:blipFill>
          <a:blip r:embed="rId1"/>
          <a:stretch/>
        </p:blipFill>
        <p:spPr>
          <a:xfrm>
            <a:off x="3429000" y="2286000"/>
            <a:ext cx="2285640" cy="22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 mnie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14400" y="13716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Imię: Maksym Mokriakov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Wiek: 20 lat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Miasto: Łódź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Kierunek: Informatyka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Zainteresowania: programowanie, łucznictwo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Ilustracja przedstawiająca nowoczesne technologie frontend - kolorowe ikony frameworków i narzędzi webowych"/>
          <p:cNvPicPr/>
          <p:nvPr/>
        </p:nvPicPr>
        <p:blipFill>
          <a:blip r:embed="rId1"/>
          <a:stretch/>
        </p:blipFill>
        <p:spPr>
          <a:xfrm>
            <a:off x="5120640" y="914400"/>
            <a:ext cx="301716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2"/>
          <p:cNvSpPr/>
          <p:nvPr/>
        </p:nvSpPr>
        <p:spPr>
          <a:xfrm>
            <a:off x="914400" y="402336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Interesuję się technologiami i tworzeniem aplikacji webowych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5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B5F5FE8-3AA2-42B6-8E4B-077EE10AE0E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Moja edukacja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914400" y="1371600"/>
            <a:ext cx="7314840" cy="137124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97280" y="15544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🎓 Kolegium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097280" y="201168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Kolegium Technologiczne Politechniki Lwowskiej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097280" y="237744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Inżynieria komputerowa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914400" y="3017520"/>
            <a:ext cx="7314840" cy="109692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097280" y="320040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📚 Uniwersytet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097280" y="3657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Społeczna Akademia Nauk / Informatyka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48640" y="41148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Rok studiów: 3   • Rok rozpoczęcia: 2023   • Przewidywany rok ukończenia: 2027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6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5C2801C-5892-411D-AB10-4D4F5002BD3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Moje hobby i zainteresowania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731520" y="1371600"/>
            <a:ext cx="3657240" cy="137124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914400" y="15544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🎯 Łucznictwo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914400" y="201168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Strzelam z łuku na 30 i 60 metrów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Zdjęcie tarcze strzelniczej z łucznictwa - widoczne kolorowe kręgi docelowe i strzały"/>
          <p:cNvPicPr/>
          <p:nvPr/>
        </p:nvPicPr>
        <p:blipFill>
          <a:blip r:embed="rId1"/>
          <a:stretch/>
        </p:blipFill>
        <p:spPr>
          <a:xfrm>
            <a:off x="5029200" y="1371600"/>
            <a:ext cx="164556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Shape 4"/>
          <p:cNvSpPr/>
          <p:nvPr/>
        </p:nvSpPr>
        <p:spPr>
          <a:xfrm>
            <a:off x="731520" y="3017520"/>
            <a:ext cx="3657240" cy="137124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914400" y="32004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💪 Siłownia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914400" y="365760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Lubię podnosić ciężary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1" descr="Widok sali siłowni z hantlami i sprzętem do ćwiczeń"/>
          <p:cNvPicPr/>
          <p:nvPr/>
        </p:nvPicPr>
        <p:blipFill>
          <a:blip r:embed="rId2"/>
          <a:stretch/>
        </p:blipFill>
        <p:spPr>
          <a:xfrm>
            <a:off x="5029200" y="3017520"/>
            <a:ext cx="164556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7"/>
          <p:cNvSpPr/>
          <p:nvPr/>
        </p:nvSpPr>
        <p:spPr>
          <a:xfrm>
            <a:off x="914400" y="448056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Moje hobby pomaga mi rozwijać się wszechstronnie i znajdować równowagę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sldNum" idx="7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ADB9826-B712-43F3-B637-1482C16C8EF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Umiejętności programowania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731520" y="11887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💻 Języki programowania: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1097280" y="1280160"/>
            <a:ext cx="6949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JavaScript / TypeScript - poziom zaawansowany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 - poziom podstawowy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731520" y="23774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🔧 Frameworki i narzędzia: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097280" y="2834640"/>
            <a:ext cx="6949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React / Next.js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Node.js / Express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Git / GitHub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Docker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tailwind, redux, zustand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914400" y="4297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⏱️ Doświadczenie w programowaniu: 2+ lata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8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0D286C8-B3BF-4B2A-BBE2-17E6972B0B6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Moje projekty i osiągnięcia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731520" y="1097280"/>
            <a:ext cx="7680600" cy="914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914400" y="12801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🚀 UniPrint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914400" y="1645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Opracowałem stronę internetową z konstruktorami produktów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731520" y="2194560"/>
            <a:ext cx="7680600" cy="9140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914400" y="23774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💡 Prospi.ai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914400" y="2743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Opracowywałem wykresy przedstawiające statystyki kampanii emailowych dla użytkowników na stronie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731520" y="338328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🏆 Osiągnięcia: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914400" y="384048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1 - opracowałem, uruchomiłem, utrzymuję i dalej rozwijam UniPrint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2 - Dzięki wykresom, które stworzyłem na Prospi.ai, zachowano 8% subskrypcji (63% -&gt; 71% trzy miesiące po wykupieniu subskrypcji)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Osiągnięcie 3 - wkład w projekt open-source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9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1079ADF-9F5E-4567-A44A-BCC88C98946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Technologie i narzędzia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457200" y="1280160"/>
            <a:ext cx="3931560" cy="164556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640080" y="1463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🎨 Frontend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640080" y="19202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HTML / CSS / SCSS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JavaScript / TypeScript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React / redux / zustand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Tailwind CSS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"/>
          <p:cNvSpPr/>
          <p:nvPr/>
        </p:nvSpPr>
        <p:spPr>
          <a:xfrm>
            <a:off x="4754880" y="1280160"/>
            <a:ext cx="3931560" cy="16455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4937760" y="1463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⚙️ Backend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937760" y="19202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Node.js / Express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REST API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PostgreSQL / MongoDB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457200" y="3200400"/>
            <a:ext cx="3931560" cy="16455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40080" y="3383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🔧 DevOps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40080" y="384048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Git / GitHub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Docker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CI/CD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Linux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4754880" y="3200400"/>
            <a:ext cx="3931560" cy="164556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4937760" y="3383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🛠️ Narzędzia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4937760" y="384048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VS 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Figma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Postman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• Jira / Trello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sldNum" idx="10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89D1CB0-9E31-46B1-8C85-ABCD1F353A5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45720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Kontakt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1828800" y="1828800"/>
            <a:ext cx="5486040" cy="2285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2286000" y="21031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📧 Email: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4114800" y="21031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mmax@gmail.com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2286000" y="26517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💻 GitHub: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4114800" y="26517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github.com/MEDOYED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2286000" y="32004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🔗 LinkedIn: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114800" y="32004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linkedin.com/in/maksym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22860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📱 Telefon: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4114800" y="3749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+48 484 448 844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1828800" y="43891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Dziękuję za uwagę!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sldNum" idx="11"/>
          </p:nvPr>
        </p:nvSpPr>
        <p:spPr>
          <a:xfrm>
            <a:off x="0" y="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343082E-9FD3-4032-9E6A-FDDD3BFED44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Words>0</Words>
  <Paragraphs>0</Paragraphs>
  <Company>[Твій університет]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2025-11-05T10:03:40Z</dcterms:created>
  <dc:creator>Maksym</dc:creator>
  <dc:description/>
  <dc:language>en-US</dc:language>
  <cp:lastModifiedBy>Maksym</cp:lastModifiedBy>
  <dcterms:modified xsi:type="dcterms:W3CDTF">2025-11-05T10:03:40Z</dcterms:modified>
  <cp:revision>1</cp:revision>
  <dc:subject>Презентація про себе</dc:subject>
  <dc:title>Моя презентація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