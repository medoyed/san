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8F39CBF-9748-4C55-AD2B-8507B1B6F64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33885B-30CD-4008-A55A-B6843083E79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8B3558-B98F-4671-88E0-682A8F14666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4BC4E9-8727-4C75-97C6-2C81AA913C7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AD3BFE-9723-4D45-AC76-07C22C2276D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025D98-9A76-4FC1-925B-FDCA374FCAC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57C783-D960-4A90-9ACD-82C0846EDBA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EE7AB9-AB74-4113-85A0-82B714F1F44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287022-B50A-4BC8-A96A-129FA1C65BE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914400" y="27432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Maksym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914400" y="100584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Mokriakov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914400" y="1645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Student | Programista | Łucznik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maksym/SAN/san-git-hub/semester-5/projektowanie-uniwersalne/project-1-presentation/medoyed/src/shared/assets/img/hobby-img.png"/>
          <p:cNvPicPr/>
          <p:nvPr/>
        </p:nvPicPr>
        <p:blipFill>
          <a:blip r:embed="rId1"/>
          <a:stretch/>
        </p:blipFill>
        <p:spPr>
          <a:xfrm>
            <a:off x="3429000" y="2286000"/>
            <a:ext cx="228564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3429000" y="2286000"/>
            <a:ext cx="2285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Zdjęcie Maksyma podczas strzelania z łuku</a:t>
            </a:r>
            <a:endParaRPr b="0" lang="en-US" sz="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mnie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914400" y="13716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Imię: Maksym Mokriakov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Wiek: 20 lat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Miasto: Łódź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Kierunek: Informatyka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Zainteresowania: programowanie, łucznictwo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/>
          <p:cNvPicPr/>
          <p:nvPr/>
        </p:nvPicPr>
        <p:blipFill>
          <a:blip r:embed="rId1"/>
          <a:stretch/>
        </p:blipFill>
        <p:spPr>
          <a:xfrm>
            <a:off x="5120640" y="914400"/>
            <a:ext cx="301716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2"/>
          <p:cNvSpPr/>
          <p:nvPr/>
        </p:nvSpPr>
        <p:spPr>
          <a:xfrm>
            <a:off x="914400" y="4023360"/>
            <a:ext cx="5943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Interesuję się technologiami i tworzeniem aplikacji webowych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Moja edukacja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914400" y="1371600"/>
            <a:ext cx="7314840" cy="13712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1097280" y="155448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🎓 Kolegium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1097280" y="201168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Kolegium Technologiczne Politechniki Lwowskiej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1097280" y="237744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Inżynieria komputerowa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914400" y="3017520"/>
            <a:ext cx="7314840" cy="109692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1097280" y="320040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📚 Uniwersytet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1097280" y="3657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Społeczna Akademia Nauk / Informatyka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548640" y="41148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Rok studiów: 3   • Rok rozpoczęcia: 2023   • Przewidywany rok ukończenia: 2027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Moje hobby i zainteresowania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731520" y="1371600"/>
            <a:ext cx="3657240" cy="137124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914400" y="15544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🎯 Łucznictwo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914400" y="201168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Strzelam z łuku na 30 i 60 metrów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preencoded.png"/>
          <p:cNvPicPr/>
          <p:nvPr/>
        </p:nvPicPr>
        <p:blipFill>
          <a:blip r:embed="rId1"/>
          <a:stretch/>
        </p:blipFill>
        <p:spPr>
          <a:xfrm>
            <a:off x="5029200" y="1371600"/>
            <a:ext cx="164556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Shape 4"/>
          <p:cNvSpPr/>
          <p:nvPr/>
        </p:nvSpPr>
        <p:spPr>
          <a:xfrm>
            <a:off x="731520" y="3017520"/>
            <a:ext cx="3657240" cy="137124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914400" y="32004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💪 Siłownia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914400" y="365760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Lubię podnosić ciężary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1" descr="preencoded.png"/>
          <p:cNvPicPr/>
          <p:nvPr/>
        </p:nvPicPr>
        <p:blipFill>
          <a:blip r:embed="rId2"/>
          <a:stretch/>
        </p:blipFill>
        <p:spPr>
          <a:xfrm>
            <a:off x="5029200" y="3017520"/>
            <a:ext cx="164556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7"/>
          <p:cNvSpPr/>
          <p:nvPr/>
        </p:nvSpPr>
        <p:spPr>
          <a:xfrm>
            <a:off x="914400" y="448056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Moje hobby pomaga mi rozwijać się wszechstronnie i znajdować równowagę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Umiejętności programowania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731520" y="118872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💻 Języki programowania: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1097280" y="1280160"/>
            <a:ext cx="6949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JavaScript / TypeScript - poziom zaawansowany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Java - poziom podstawowy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731520" y="237744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🔧 Frameworki i narzędzia: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1097280" y="2834640"/>
            <a:ext cx="6949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React / Next.js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Node.js / Express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Git / GitHub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Docker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tailwind, redux, zustand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914400" y="42976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⏱️ Doświadczenie w programowaniu: 2+ lata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Moje projekty i osiągnięcia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731520" y="1097280"/>
            <a:ext cx="7680600" cy="914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914400" y="1280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🚀 UniPrint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914400" y="16459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Opracowałem stronę internetową z konstruktorami produktów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731520" y="2194560"/>
            <a:ext cx="7680600" cy="9140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914400" y="23774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💡 Prospi.ai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914400" y="2743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Opracowywałem wykresy przedstawiające statystyki kampanii emailowych dla użytkowników na stronie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731520" y="338328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🏆 Osiągnięcia: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914400" y="384048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Osiągnięcie 1 - opracowałem, uruchomiłem, utrzymuję i dalej rozwijam UniPrint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Osiągnięcie 2 - Dzięki wykresom, które stworzyłem na Prospi.ai, zachowano 8% subskrypcji (63% -&gt; 71% trzy miesiące po wykupieniu subskrypcji)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Osiągnięcie 3 - wkład w projekt open-source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Technologie i narzędzia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457200" y="1280160"/>
            <a:ext cx="3931560" cy="164556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640080" y="14630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🎨 Frontend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640080" y="192024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HTML / CSS / SCSS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JavaScript / TypeScript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React / redux / zustand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Tailwind CSS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4754880" y="1280160"/>
            <a:ext cx="3931560" cy="164556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4937760" y="14630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⚙️ Backend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4937760" y="192024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Node.js / Express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REST API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PostgreSQL / MongoDB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457200" y="3200400"/>
            <a:ext cx="3931560" cy="16455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640080" y="33832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🔧 DevOps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640080" y="384048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Git / GitHub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Docker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CI/CD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Linux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4754880" y="3200400"/>
            <a:ext cx="3931560" cy="1645560"/>
          </a:xfrm>
          <a:prstGeom prst="rect">
            <a:avLst/>
          </a:prstGeom>
          <a:solidFill>
            <a:srgbClr val="f3e5f5"/>
          </a:solidFill>
          <a:ln w="25400">
            <a:solidFill>
              <a:srgbClr val="9c27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4937760" y="33832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🛠️ Narzędzia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937760" y="384048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VS Code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Figma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Postman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Jira / Trello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7315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Kontakt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1828800" y="1828800"/>
            <a:ext cx="5486040" cy="22856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2286000" y="21031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📧 Email: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4114800" y="21031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mmax@gmail.com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2286000" y="26517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💻 GitHub: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4114800" y="26517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github.com/MEDOYED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2286000" y="32004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🔗 LinkedIn: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4114800" y="32004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linkedin.com/in/maksym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228600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📱 Telefon: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4114800" y="37490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+48 484 448 844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1828800" y="438912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Dziękuję za uwagę!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Words>0</Words>
  <Paragraphs>0</Paragraphs>
  <Company>[Твій університет]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2025-11-05T09:27:19Z</dcterms:created>
  <dc:creator>Maksym</dc:creator>
  <dc:description/>
  <dc:language>en-US</dc:language>
  <cp:lastModifiedBy>Maksym</cp:lastModifiedBy>
  <cp:lastPrinted>2025-11-05T10:50:08Z</cp:lastPrinted>
  <dcterms:modified xsi:type="dcterms:W3CDTF">2025-11-05T09:27:19Z</dcterms:modified>
  <cp:revision>1</cp:revision>
  <dc:subject>Презентація про себе</dc:subject>
  <dc:title>Моя презентація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